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5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</a:rPr>
              <a:t>Excel Functions Challenge</a:t>
            </a:r>
            <a:endParaRPr lang="en-US" sz="5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E5090"/>
                </a:solidFill>
              </a:rPr>
              <a:t>Question 1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73152"/>
          </a:xfrm>
          <a:prstGeom prst="rect">
            <a:avLst/>
          </a:prstGeom>
          <a:solidFill>
            <a:srgbClr val="E74C3C"/>
          </a:solidFill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</a:rPr>
              <a:t>Write a formula to calculate the total Q1 sales for all employees in the "Sales" department. The criteria range is in column B (Department) and the sum range is in column C (Q1 Sales).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345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E5090"/>
                </a:solidFill>
              </a:rPr>
              <a:t>Question 2: 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73152"/>
          </a:xfrm>
          <a:prstGeom prst="rect">
            <a:avLst/>
          </a:prstGeom>
          <a:solidFill>
            <a:srgbClr val="E74C3C"/>
          </a:solidFill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</a:rPr>
              <a:t>How many employees have "Excellent" performance rating? Write the COUNTIF formula to find this.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E5090"/>
                </a:solidFill>
              </a:rPr>
              <a:t>Question 3: 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73152"/>
          </a:xfrm>
          <a:prstGeom prst="rect">
            <a:avLst/>
          </a:prstGeom>
          <a:solidFill>
            <a:srgbClr val="E74C3C"/>
          </a:solidFill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</a:rPr>
              <a:t>Calculate the average Q1 sales for the "East" region. Use AVGIF with Region as criteria range and Q1 Sales as average range.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E5090"/>
                </a:solidFill>
              </a:rPr>
              <a:t>Question 4: 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73152"/>
          </a:xfrm>
          <a:prstGeom prst="rect">
            <a:avLst/>
          </a:prstGeom>
          <a:solidFill>
            <a:srgbClr val="E74C3C"/>
          </a:solidFill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</a:rPr>
              <a:t>Find the total sales for the Marketing department. Hint: You need to use SUMIF to sum only where Department equals "Marketing". What would be the result in thousands?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E5090"/>
                </a:solidFill>
              </a:rPr>
              <a:t>Question 5: 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73152"/>
          </a:xfrm>
          <a:prstGeom prst="rect">
            <a:avLst/>
          </a:prstGeom>
          <a:solidFill>
            <a:srgbClr val="E74C3C"/>
          </a:solidFill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</a:rPr>
              <a:t>How many Sales department employees have Q1 sales greater than $50K? 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E5090"/>
                </a:solidFill>
              </a:rPr>
              <a:t>Question 6: AVERAGEIF with Condition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73152"/>
          </a:xfrm>
          <a:prstGeom prst="rect">
            <a:avLst/>
          </a:prstGeom>
          <a:solidFill>
            <a:srgbClr val="E74C3C"/>
          </a:solidFill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</a:rPr>
              <a:t>What is the average Q1 sales for employees with "Good" or better performance? First, calculate average sales for "Good" performance employees.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E5090"/>
                </a:solidFill>
              </a:rPr>
              <a:t>Question 7: 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73152"/>
          </a:xfrm>
          <a:prstGeom prst="rect">
            <a:avLst/>
          </a:prstGeom>
          <a:solidFill>
            <a:srgbClr val="E74C3C"/>
          </a:solidFill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</a:rPr>
              <a:t>Calculate the sum of sales for employees in the Sales department who are also in either North or East region. 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1022</Words>
  <Application>WPS Presentation</Application>
  <PresentationFormat>On-screen Show (16:9)</PresentationFormat>
  <Paragraphs>30</Paragraphs>
  <Slides>8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5" baseType="lpstr">
      <vt:lpstr>Arial</vt:lpstr>
      <vt:lpstr>SimSun</vt:lpstr>
      <vt:lpstr>Wingdings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Archana Jagadale</cp:lastModifiedBy>
  <cp:revision>6</cp:revision>
  <dcterms:created xsi:type="dcterms:W3CDTF">2026-09-24T05:42:00Z</dcterms:created>
  <dcterms:modified xsi:type="dcterms:W3CDTF">2026-09-24T18:08:42Z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39FE95BB04AE4F8FBA421F13E7F920F7_13</vt:lpwstr>
  </property>
  <property fmtid="{D5CDD505-2E9C-101B-9397-08002B2CF9AE}" pid="3" name="KSOProductBuildVer">
    <vt:lpwstr>1033-12.1.0.28485</vt:lpwstr>
  </property>
</Properties>
</file>